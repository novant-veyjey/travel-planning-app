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3657600" cy="36576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21295C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9144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4F0"/>
                </a:solidFill>
              </a:rPr>
              <a:t>软件工程技术专业 · 2025 级实习报告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9418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</a:rPr>
              <a:t>卡通地图旅游计划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</a:rPr>
              <a:t>生成 App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937760" y="3977640"/>
            <a:ext cx="2286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D2E6"/>
                </a:solidFill>
              </a:rPr>
              <a:t>需求分析 · 后端开发 · 前端部署 · 云上上线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B3D0"/>
                </a:solidFill>
              </a:rPr>
              <a:t>Node.js · Express · SQLite · DeepSeek AI · Vue3 · Vite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D2E6"/>
                </a:solidFill>
              </a:rPr>
              <a:t>学生：王怡健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自我介绍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91440" cy="4480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4592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65A82"/>
                </a:solidFill>
              </a:rPr>
              <a:t>专业背景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软件工程技术专业 2025 级学生，实训前只学过 C 语言、数据结构和 Java 基础以及 Web 前端基础，没有接触过后端开发，对 Vue.js、Node.js 等主流技术栈基本陌生。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65A82"/>
                </a:solidFill>
              </a:rPr>
              <a:t>参加实训初衷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希望体验一个真实项目的完整流程——从需求分析到开发再到部署上线，而不是停留在课本上的零散知识点。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65A82"/>
                </a:solidFill>
              </a:rPr>
              <a:t>自我定位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“会写一点代码、但没做过完整产品”的学习者，希望通过一个完整项目补齐“需求→设计→开发→部署”这条完整链路的能力。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技术基础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350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 语言 / 数据结构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0" y="2157984"/>
            <a:ext cx="210312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9326880" y="2157984"/>
            <a:ext cx="1472184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670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Java 基础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26880" y="2724912"/>
            <a:ext cx="210312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0" y="2724912"/>
            <a:ext cx="1261872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32369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Web 前端基础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26880" y="3291840"/>
            <a:ext cx="210312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0" y="3291840"/>
            <a:ext cx="1156716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803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Vue.js / Node.js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26880" y="3858768"/>
            <a:ext cx="210312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0" y="3858768"/>
            <a:ext cx="52578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4370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后端开发经验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26880" y="4425696"/>
            <a:ext cx="210312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6880" y="4425696"/>
            <a:ext cx="315468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4846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实训目标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5394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补齐“需求→设计→开发→部署”完整链路能力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阶段一：产品需求分析与拆解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270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527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接触内容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92024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产品需求分析方法论：四层需求分析、用户故事（User Story）、MoSCoW 优先级划分，据此撰写项目 PRD 和功能模块拆解表。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8072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91640" y="28072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学到的知识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32004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第一次明白“写代码之前要先想清楚做什么”。学会把模糊想法拆成具体功能模块（M2 路线生成、M9 交通推荐等），标注依赖关系与验收标准。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0873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91640" y="4087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项目中的运用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48056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PRD 确认 3 条路线（休闲/经典/特种兵）与“天气场景化呈现”两个核心决策，决定前后端数据结构设计；拆解表成为安排开发顺序的依据。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3F3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3309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96167"/>
                </a:solidFill>
              </a:rPr>
              <a:t>💡 难点与解决：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一开始不知道需求分析该写到什么程度，容易写成“功能列表”。通过反复问“这个功能给用户解决了什么问题”，把每个功能对应到用户故事上，才把 PRD 写得可执行。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阶段二：后端开发（Node.js + Express + SQLite + DeepSeek AI）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技术栈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Express 后端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REST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87452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SQLite 持久化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0" y="187452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DeepSeek 大模型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606040"/>
            <a:ext cx="91440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715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学到的知识点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API 设计（路由拆分、请求/响应结构约定、健康检查接口）；数据持久化（刷新不丢数据）；调用大模型（构造 system/user 提示词，约束 AI 只输出 JSON）；降级容错（AI 失败时用模拟数据兜底）。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23360"/>
            <a:ext cx="91440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330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项目中的运用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5720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AI 生成路线必须符合前端字段结构，在提示词里写死 JSON 格式，并用“截取首尾大括号再 JSON.parse”的方式解析，避免 AI 输出多余文字导致解析失败。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96167"/>
                </a:solidFill>
              </a:rPr>
              <a:t>💡 最大难点：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AI 返回内容不稳定——偶尔输出带说明文字的 JSON，导致解析报错、页面一直 loading。通过“Promise.race 强制 6 秒超时 + 解析失败自动降级为模拟数据”解决：宁可返回模拟路线，也不让用户卡在空白页。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阶段三：前端开发与部署上线（Vue3 + 卡通地图 + 云部署）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5448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Vue3 + Vite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14904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首页输入、路线选择、卡通地图三页，组件化开发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39572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Vue Router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页面路由 + 前后端通过 fetch/axios 联调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9981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23697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36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SPA 部署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11880" y="31729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后端托管 web/dist，SPA 路由回退，刷新任意页面不 404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4106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07822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40142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缓存策略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11880" y="4014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HTML 不缓存、带 hash 的静态资源长期缓存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782312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4919472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919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17320" y="48554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环境变量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11880" y="48554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API Key 等敏感信息放 .env，不进版本库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3F3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6967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96167"/>
                </a:solidFill>
              </a:rPr>
              <a:t>💡 部署难点：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如何给别人一个点开就能用的链接。尝试云沙箱与 Render 等平台，遇到上传体积超限、平台要求绑定信用卡等阻碍，最终通过精简部署目录、调整 render.yaml 一键构建解决。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学习方法分享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最有效渠道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0574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官方文档 + 实际报错信息。先查官方文档确认用法，再写最小示例验证；遇到报错优先看日志定位，而非凭感觉改代码。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645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排查路径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20574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打印后端日志定位问题。例如 AI 返回解析失败，通过日志发现是 AI 输出带了额外文字，从而针对性加容错处理。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566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54480" y="3538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笔记方式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9776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按“问题→原因→解决”记录，卡了很久的坑单独记下方便复盘。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333756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566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32320" y="3538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团队协作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39776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阶段性成果整理成简短说明同步给同伴，遇到分歧用“可运行的演示”说话，比口头争论更高效。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675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65A82"/>
                </a:solidFill>
              </a:rPr>
              <a:t>📉 放弃的方法：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曾尝试看长视频教程，但信息密度低、容易走神，后来改为“需要什么查什么”的按需学习，效率明显更高。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实习收获与感受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544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专业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385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知识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1481328"/>
            <a:ext cx="9601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实训前以为开发就是“把界面写出来”，实际才明白一个可用产品背后是需求分析、数据结构设计、接口约定、容错降级、部署运维一整套工作。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“真实项目”的想象从“写代码”扩展为“解决用户问题”。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AI 路线生成让我第一次真切体会到“大模型如何嵌入业务”——要设计提示词、约定输出格式、做超时与降级处理，比想象中复杂得多。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154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546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职业素养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5387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3081528"/>
            <a:ext cx="9601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最深的体会是“让应用一直可用”的责任意识。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具体小事：AI 接口偶尔不稳定，直接报错用户看到的就是空白页。花了不少时间做超时和降级方案，那一刻意识到开发不能只保证“正常路径能跑”，还要考虑“异常路径用户会看到什么”。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7548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548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自我认知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138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83080" y="4681728"/>
            <a:ext cx="9601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优势：动手能力强、遇到问题愿意钻研。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短板：前期容易直接动手写代码，需求理解不透就开工，返工较多。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计划：每周阅读一篇技术/产品文章，刻意练习“先写清需求再动手”，并继续完善本项目作为作品集。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项目实习反馈与建议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整体评价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937"/>
                </a:solidFill>
              </a:rPr>
              <a:t>本次实训项目难度适中偏挑战，业务场景真实（旅游规划是常见需求），从需求分析到上线的完整流程让我收获很大。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建设性建议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① 脚手架 + 报错清单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36576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提前提供“项目脚手架 + 常见报错排查清单”，减少前期环境搭建的挫败感。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② 明确小组分工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45262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小组分工可以更明确，避免部分模块多人重复做、部分模块没人管。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394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③ 部署方案对比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5394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部署环节受外部平台限制较多（如绑定信用卡），建议提前给出可选的免费部署方案对比。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62179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3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6263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65A82"/>
                </a:solidFill>
              </a:rPr>
              <a:t>💬 给下一期同学：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不要等“准备充分”再动手，先跑通一个最小可用的版本，再逐步完善，你会发现大部分问题都是在运行中暴露出来的。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附录：项目成果展示</a:t>
            </a:r>
            <a:endParaRPr lang="en-US" sz="2600" dirty="0"/>
          </a:p>
        </p:txBody>
      </p:sp>
      <p:pic>
        <p:nvPicPr>
          <p:cNvPr id="6" name="Image 0" descr="screenshots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3611880" cy="2715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① 首页输入</a:t>
            </a:r>
            <a:endParaRPr lang="en-US" sz="1300" dirty="0"/>
          </a:p>
        </p:txBody>
      </p:sp>
      <p:pic>
        <p:nvPicPr>
          <p:cNvPr id="8" name="Image 1" descr="screenshots/rout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417320"/>
            <a:ext cx="3611880" cy="2715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40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② 路线选择</a:t>
            </a:r>
            <a:endParaRPr lang="en-US" sz="1300" dirty="0"/>
          </a:p>
        </p:txBody>
      </p:sp>
      <p:pic>
        <p:nvPicPr>
          <p:cNvPr id="10" name="Image 2" descr="screenshots/ma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1417320"/>
            <a:ext cx="3611880" cy="27157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3816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③ 卡通地图导航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22960" y="4709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项目代码仓库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926080" y="4709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https://github.com/Novant-Veyjey/travel-planning-app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22960" y="5148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文档资料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926080" y="51480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README / PRD / 功能模块拆解表见仓库 docs 目录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22960" y="55869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在线部署链接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55869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CloudStudio 预览沙箱（可重新部署生成）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卡通地图旅游计划生成 App 实习报告</dc:title>
  <dc:subject>PptxGenJS Presentation</dc:subject>
  <dc:creator>软件工程技术2025级</dc:creator>
  <cp:lastModifiedBy>软件工程技术2025级</cp:lastModifiedBy>
  <cp:revision>1</cp:revision>
  <dcterms:created xsi:type="dcterms:W3CDTF">2026-08-20T10:12:28Z</dcterms:created>
  <dcterms:modified xsi:type="dcterms:W3CDTF">2026-08-20T10:12:28Z</dcterms:modified>
</cp:coreProperties>
</file>